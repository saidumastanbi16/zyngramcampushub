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462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D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ZYNGRAM  ·  CAMPUS 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8869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campus journey,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sign-in to dashboard.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4023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D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 walkthrough of the Zyngram Campus Hub prototype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5806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E9D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SELECTION  →  STUDENT SIGN-IN  →  SAMPLE ACCESS  → 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46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HUB  ·  01 /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a campus portal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5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by selecting the right space: Student, Trainer, Campus Coordinator, or Administration.</a:t>
            </a:r>
            <a:endParaRPr lang="en-US" sz="1200" dirty="0"/>
          </a:p>
        </p:txBody>
      </p:sp>
      <p:pic>
        <p:nvPicPr>
          <p:cNvPr id="5" name="Image 0" descr="C:\Users\buggal\Desktop\zyngramCampusHub\docs\screenshots\01-portal-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572" y="1600200"/>
            <a:ext cx="7607808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ZYNGRAM  ·  CAMPUS HUB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46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HUB  ·  02 /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sign-in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5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enter their campus account details to access their learning workspace.</a:t>
            </a:r>
            <a:endParaRPr lang="en-US" sz="1200" dirty="0"/>
          </a:p>
        </p:txBody>
      </p:sp>
      <p:pic>
        <p:nvPicPr>
          <p:cNvPr id="5" name="Image 0" descr="C:\Users\buggal\Desktop\zyngramCampusHub\docs\screenshots\02-student-sign-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0679" y="1600200"/>
            <a:ext cx="4487594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ZYNGRAM  ·  CAMPUS HUB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46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HUB  ·  03 /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with sample access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5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Development-only sample access lets people explore the prototype without a real account.</a:t>
            </a:r>
            <a:endParaRPr lang="en-US" sz="1200" dirty="0"/>
          </a:p>
        </p:txBody>
      </p:sp>
      <p:pic>
        <p:nvPicPr>
          <p:cNvPr id="5" name="Image 0" descr="C:\Users\buggal\Desktop\zyngramCampusHub\docs\screenshots\03-sample-a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0679" y="1600200"/>
            <a:ext cx="4487594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ZYNGRAM  ·  CAMPUS HUB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46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HUB  ·  04 /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5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brings learning progress, attendance, tasks, and upcoming work together.</a:t>
            </a:r>
            <a:endParaRPr lang="en-US" sz="1200" dirty="0"/>
          </a:p>
        </p:txBody>
      </p:sp>
      <p:pic>
        <p:nvPicPr>
          <p:cNvPr id="5" name="Image 0" descr="C:\Users\buggal\Desktop\zyngramCampusHub\docs\screenshots\04-student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572" y="1600200"/>
            <a:ext cx="7607808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ZYNGRAM  ·  CAMPUS HUB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9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clearer path through campus.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46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Zyngram Campus Hub  ·  Working local prototype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Zyngram Campus Hub</dc:title>
  <dc:subject>Campus Hub user journey with application screenshots</dc:subject>
  <dc:creator>Zyngram Campus Hub</dc:creator>
  <cp:lastModifiedBy>Zyngram Campus Hub</cp:lastModifiedBy>
  <cp:revision>1</cp:revision>
  <dcterms:created xsi:type="dcterms:W3CDTF">2026-10-17T16:40:32Z</dcterms:created>
  <dcterms:modified xsi:type="dcterms:W3CDTF">2026-10-17T16:40:32Z</dcterms:modified>
</cp:coreProperties>
</file>